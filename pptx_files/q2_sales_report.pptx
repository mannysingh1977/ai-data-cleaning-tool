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Q2 2025 Sales Report</a:t>
            </a:r>
          </a:p>
        </p:txBody>
      </p:sp>
      <p:sp>
        <p:nvSpPr>
          <p:cNvPr id="3" name="Content Placeholder 2"/>
          <p:cNvSpPr>
            <a:spLocks noGrp="1"/>
          </p:cNvSpPr>
          <p:nvPr>
            <p:ph idx="1"/>
          </p:nvPr>
        </p:nvSpPr>
        <p:spPr/>
        <p:txBody>
          <a:bodyPr/>
          <a:lstStyle/>
          <a:p>
            <a:r>
              <a:t>Prepared by the Sales Department</a:t>
            </a:r>
          </a:p>
          <a:p>
            <a:r>
              <a:t>Confidential - Internal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revenue for Q2 2025 reached 2.7 million euro, representing a 15% increase over Q2 2024. Growth was driven by the successful expansion into France and continued momentum in the Benelux market. The new analytics dashboard contributed 300K euro in upsell revenue. Customer churn decreased to an all-time low of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 Breakdown</a:t>
            </a:r>
          </a:p>
        </p:txBody>
      </p:sp>
      <p:sp>
        <p:nvSpPr>
          <p:cNvPr id="3" name="Content Placeholder 2"/>
          <p:cNvSpPr>
            <a:spLocks noGrp="1"/>
          </p:cNvSpPr>
          <p:nvPr>
            <p:ph idx="1"/>
          </p:nvPr>
        </p:nvSpPr>
        <p:spPr/>
        <p:txBody>
          <a:bodyPr/>
          <a:lstStyle/>
          <a:p>
            <a:r>
              <a:t>Benelux: 1.2M euro (44% of total) - up 15%</a:t>
            </a:r>
          </a:p>
          <a:p>
            <a:r>
              <a:t>DACH: 800K euro (30% of total) - up 12%</a:t>
            </a:r>
          </a:p>
          <a:p>
            <a:r>
              <a:t>Nordics: 500K euro (19% of total) - up 3%</a:t>
            </a:r>
          </a:p>
          <a:p>
            <a:r>
              <a:t>France: 200K euro (7% of total) - new market</a:t>
            </a:r>
          </a:p>
          <a:p>
            <a:r>
              <a:t>France launch exceeded expectations with 12 new accounts signed in first quarter of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Wins</a:t>
            </a:r>
          </a:p>
        </p:txBody>
      </p:sp>
      <p:sp>
        <p:nvSpPr>
          <p:cNvPr id="3" name="Content Placeholder 2"/>
          <p:cNvSpPr>
            <a:spLocks noGrp="1"/>
          </p:cNvSpPr>
          <p:nvPr>
            <p:ph idx="1"/>
          </p:nvPr>
        </p:nvSpPr>
        <p:spPr/>
        <p:txBody>
          <a:bodyPr/>
          <a:lstStyle/>
          <a:p>
            <a:r>
              <a:t>Closed mega-deal with EuroBank worth 280K euro annual contract.</a:t>
            </a:r>
          </a:p>
          <a:p>
            <a:r>
              <a:t>Analytics dashboard 2.0 launched with 89% adoption rate among existing customers.</a:t>
            </a:r>
          </a:p>
          <a:p>
            <a:r>
              <a:t>Opened Paris office with 4 initial team members.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Q3 Outlook</a:t>
            </a:r>
          </a:p>
        </p:txBody>
      </p:sp>
      <p:sp>
        <p:nvSpPr>
          <p:cNvPr id="3" name="Content Placeholder 2"/>
          <p:cNvSpPr>
            <a:spLocks noGrp="1"/>
          </p:cNvSpPr>
          <p:nvPr>
            <p:ph idx="1"/>
          </p:nvPr>
        </p:nvSpPr>
        <p:spPr/>
        <p:txBody>
          <a:bodyPr/>
          <a:lstStyle/>
          <a:p>
            <a:r>
              <a:t>We target Q3 revenue of 2.9 million euro. Focus areas include deepening France operations, launching a partner reseller program, and beginning development of the AI-powered document analysis feature.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