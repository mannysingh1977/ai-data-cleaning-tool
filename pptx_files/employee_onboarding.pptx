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New Employee Onboarding Guide</a:t>
            </a:r>
          </a:p>
        </p:txBody>
      </p:sp>
      <p:sp>
        <p:nvSpPr>
          <p:cNvPr id="3" name="Content Placeholder 2"/>
          <p:cNvSpPr>
            <a:spLocks noGrp="1"/>
          </p:cNvSpPr>
          <p:nvPr>
            <p:ph idx="1"/>
          </p:nvPr>
        </p:nvSpPr>
        <p:spPr/>
        <p:txBody>
          <a:bodyPr/>
          <a:lstStyle/>
          <a:p>
            <a:r>
              <a:t>Human Resources Department</a:t>
            </a:r>
          </a:p>
          <a:p>
            <a:r>
              <a:t>Welcome to the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Company Overview</a:t>
            </a:r>
          </a:p>
        </p:txBody>
      </p:sp>
      <p:sp>
        <p:nvSpPr>
          <p:cNvPr id="3" name="Content Placeholder 2"/>
          <p:cNvSpPr>
            <a:spLocks noGrp="1"/>
          </p:cNvSpPr>
          <p:nvPr>
            <p:ph idx="1"/>
          </p:nvPr>
        </p:nvSpPr>
        <p:spPr/>
        <p:txBody>
          <a:bodyPr/>
          <a:lstStyle/>
          <a:p>
            <a:r>
              <a:t>We are a leading SaaS company operating across the Benelux, DACH, and Nordic regions. Our flagship product helps enterprises manage document workflows and analytics. Founded in 2018, we have grown to over 200 employees with offices in Brussels, Amsterdam, and Munich. Our revenue exceeded 10 million euro in 2024.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Your First Week</a:t>
            </a:r>
          </a:p>
        </p:txBody>
      </p:sp>
      <p:sp>
        <p:nvSpPr>
          <p:cNvPr id="3" name="Content Placeholder 2"/>
          <p:cNvSpPr>
            <a:spLocks noGrp="1"/>
          </p:cNvSpPr>
          <p:nvPr>
            <p:ph idx="1"/>
          </p:nvPr>
        </p:nvSpPr>
        <p:spPr/>
        <p:txBody>
          <a:bodyPr/>
          <a:lstStyle/>
          <a:p>
            <a:r>
              <a:t>Day 1: IT setup, security training, and team introductions.</a:t>
            </a:r>
          </a:p>
          <a:p>
            <a:r>
              <a:t>Day 2: Product overview and customer persona workshop.</a:t>
            </a:r>
          </a:p>
          <a:p>
            <a:r>
              <a:t>Day 3: Department-specific onboarding and tool training.</a:t>
            </a:r>
          </a:p>
          <a:p>
            <a:r>
              <a:t>Day 4: Shadow a colleague and observe client meetings.</a:t>
            </a:r>
          </a:p>
          <a:p>
            <a:r>
              <a:t>Day 5: Set goals with your manager and review onboarding checklist.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Tools and Access</a:t>
            </a:r>
          </a:p>
        </p:txBody>
      </p:sp>
      <p:sp>
        <p:nvSpPr>
          <p:cNvPr id="3" name="Content Placeholder 2"/>
          <p:cNvSpPr>
            <a:spLocks noGrp="1"/>
          </p:cNvSpPr>
          <p:nvPr>
            <p:ph idx="1"/>
          </p:nvPr>
        </p:nvSpPr>
        <p:spPr/>
        <p:txBody>
          <a:bodyPr/>
          <a:lstStyle/>
          <a:p>
            <a:r>
              <a:t>Email and calendar: Microsoft 365 suite.</a:t>
            </a:r>
          </a:p>
          <a:p>
            <a:r>
              <a:t>Communication: Slack for internal messaging.</a:t>
            </a:r>
          </a:p>
          <a:p>
            <a:r>
              <a:t>Project management: Jira for task tracking.</a:t>
            </a:r>
          </a:p>
          <a:p>
            <a:r>
              <a:t>Documentation: Confluence for company wiki.</a:t>
            </a:r>
          </a:p>
          <a:p>
            <a:r>
              <a:t>CRM: Salesforce for customer relationship management.</a:t>
            </a:r>
          </a:p>
          <a:p>
            <a:r>
              <a:t>Request access through the IT self-service portal.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Policies</a:t>
            </a:r>
          </a:p>
        </p:txBody>
      </p:sp>
      <p:sp>
        <p:nvSpPr>
          <p:cNvPr id="3" name="Content Placeholder 2"/>
          <p:cNvSpPr>
            <a:spLocks noGrp="1"/>
          </p:cNvSpPr>
          <p:nvPr>
            <p:ph idx="1"/>
          </p:nvPr>
        </p:nvSpPr>
        <p:spPr/>
        <p:txBody>
          <a:bodyPr/>
          <a:lstStyle/>
          <a:p>
            <a:r>
              <a:t>Work from home: Up to 3 days per week after probation period. Expense reports must be submitted within 30 days using the finance portal. Annual leave: 25 days per year plus Belgian public holidays. Performance reviews are conducted quarterly with your direct manager.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