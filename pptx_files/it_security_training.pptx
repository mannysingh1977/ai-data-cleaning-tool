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IT Security Awareness Training 2025</a:t>
            </a:r>
          </a:p>
        </p:txBody>
      </p:sp>
      <p:sp>
        <p:nvSpPr>
          <p:cNvPr id="3" name="Content Placeholder 2"/>
          <p:cNvSpPr>
            <a:spLocks noGrp="1"/>
          </p:cNvSpPr>
          <p:nvPr>
            <p:ph idx="1"/>
          </p:nvPr>
        </p:nvSpPr>
        <p:spPr/>
        <p:txBody>
          <a:bodyPr/>
          <a:lstStyle/>
          <a:p>
            <a:r>
              <a:t>Information Security Department</a:t>
            </a:r>
          </a:p>
          <a:p>
            <a:r>
              <a:t>Mandatory for all employees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Password Best Practices</a:t>
            </a:r>
          </a:p>
        </p:txBody>
      </p:sp>
      <p:sp>
        <p:nvSpPr>
          <p:cNvPr id="3" name="Content Placeholder 2"/>
          <p:cNvSpPr>
            <a:spLocks noGrp="1"/>
          </p:cNvSpPr>
          <p:nvPr>
            <p:ph idx="1"/>
          </p:nvPr>
        </p:nvSpPr>
        <p:spPr/>
        <p:txBody>
          <a:bodyPr/>
          <a:lstStyle/>
          <a:p>
            <a:r>
              <a:t>Use a minimum of 14 characters for all passwords. Enable multi-factor authentication on every account. Never reuse passwords across different services. Use a company-approved password manager to store credentials securely. Change passwords immediately if a breach is suspected.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Phishing Prevention</a:t>
            </a:r>
          </a:p>
        </p:txBody>
      </p:sp>
      <p:sp>
        <p:nvSpPr>
          <p:cNvPr id="3" name="Content Placeholder 2"/>
          <p:cNvSpPr>
            <a:spLocks noGrp="1"/>
          </p:cNvSpPr>
          <p:nvPr>
            <p:ph idx="1"/>
          </p:nvPr>
        </p:nvSpPr>
        <p:spPr/>
        <p:txBody>
          <a:bodyPr/>
          <a:lstStyle/>
          <a:p>
            <a:r>
              <a:t>Always verify the sender email address before clicking any links. Look for spelling errors and urgency tactics in suspicious emails. Never download attachments from unknown senders. Report suspicious emails to security@company.com immediately. When in doubt, contact the sender through a separate channel to confirm.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Classification</a:t>
            </a:r>
          </a:p>
        </p:txBody>
      </p:sp>
      <p:sp>
        <p:nvSpPr>
          <p:cNvPr id="3" name="Content Placeholder 2"/>
          <p:cNvSpPr>
            <a:spLocks noGrp="1"/>
          </p:cNvSpPr>
          <p:nvPr>
            <p:ph idx="1"/>
          </p:nvPr>
        </p:nvSpPr>
        <p:spPr/>
        <p:txBody>
          <a:bodyPr/>
          <a:lstStyle/>
          <a:p>
            <a:r>
              <a:t>Public: Marketing materials, blog posts, job listings.</a:t>
            </a:r>
          </a:p>
          <a:p>
            <a:r>
              <a:t>Internal: Meeting notes, project plans, internal presentations.</a:t>
            </a:r>
          </a:p>
          <a:p>
            <a:r>
              <a:t>Confidential: Customer data, financial reports, HR records.</a:t>
            </a:r>
          </a:p>
          <a:p>
            <a:r>
              <a:t>Restricted: Encryption keys, authentication tokens, medical data.</a:t>
            </a:r>
          </a:p>
          <a:p>
            <a:r>
              <a:t>Always label documents with the correct classification level.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Incident Response</a:t>
            </a:r>
          </a:p>
        </p:txBody>
      </p:sp>
      <p:sp>
        <p:nvSpPr>
          <p:cNvPr id="3" name="Content Placeholder 2"/>
          <p:cNvSpPr>
            <a:spLocks noGrp="1"/>
          </p:cNvSpPr>
          <p:nvPr>
            <p:ph idx="1"/>
          </p:nvPr>
        </p:nvSpPr>
        <p:spPr/>
        <p:txBody>
          <a:bodyPr/>
          <a:lstStyle/>
          <a:p>
            <a:r>
              <a:t>If you suspect a security incident, disconnect from the network immediately. Contact the IT Security team via phone at extension 5555. Do not attempt to investigate or fix the issue yourself. Preserve all evidence and document what you observed. A full incident report must be filed within 24 hours.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