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Q1 2025 Sales Report - REVISED</a:t>
            </a:r>
          </a:p>
        </p:txBody>
      </p:sp>
      <p:sp>
        <p:nvSpPr>
          <p:cNvPr id="3" name="Content Placeholder 2"/>
          <p:cNvSpPr>
            <a:spLocks noGrp="1"/>
          </p:cNvSpPr>
          <p:nvPr>
            <p:ph idx="1"/>
          </p:nvPr>
        </p:nvSpPr>
        <p:spPr/>
        <p:txBody>
          <a:bodyPr/>
          <a:lstStyle/>
          <a:p>
            <a:r>
              <a:t>Prepared by the Sales Department</a:t>
            </a:r>
          </a:p>
          <a:p>
            <a:r>
              <a:t>Confidential - Internal Use Only</a:t>
            </a:r>
          </a:p>
          <a:p>
            <a:r>
              <a:t>Revision 2 - Updated Figures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revenue for Q1 2025 reached 2.5 million euro, representing a 14% increase over Q1 2024. The growth was primarily driven by strong performance in the Benelux region and the successful launch of our new SaaS product line. Customer acquisition cost decreased by 10% while retention rates improved to 95%.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Breakdown</a:t>
            </a:r>
          </a:p>
        </p:txBody>
      </p:sp>
      <p:sp>
        <p:nvSpPr>
          <p:cNvPr id="3" name="Content Placeholder 2"/>
          <p:cNvSpPr>
            <a:spLocks noGrp="1"/>
          </p:cNvSpPr>
          <p:nvPr>
            <p:ph idx="1"/>
          </p:nvPr>
        </p:nvSpPr>
        <p:spPr/>
        <p:txBody>
          <a:bodyPr/>
          <a:lstStyle/>
          <a:p>
            <a:r>
              <a:t>Benelux: 1.15M euro (46% of total) - up 19%</a:t>
            </a:r>
          </a:p>
          <a:p>
            <a:r>
              <a:t>DACH: 750K euro (30% of total) - up 11%</a:t>
            </a:r>
          </a:p>
          <a:p>
            <a:r>
              <a:t>Nordics: 600K euro (24% of total) - up 7%</a:t>
            </a:r>
          </a:p>
          <a:p>
            <a:r>
              <a:t>The Benelux region continues to be our strongest market with Belgium and Netherlands showing exceptional growth in enterprise accounts.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Wins</a:t>
            </a:r>
          </a:p>
        </p:txBody>
      </p:sp>
      <p:sp>
        <p:nvSpPr>
          <p:cNvPr id="3" name="Content Placeholder 2"/>
          <p:cNvSpPr>
            <a:spLocks noGrp="1"/>
          </p:cNvSpPr>
          <p:nvPr>
            <p:ph idx="1"/>
          </p:nvPr>
        </p:nvSpPr>
        <p:spPr/>
        <p:txBody>
          <a:bodyPr/>
          <a:lstStyle/>
          <a:p>
            <a:r>
              <a:t>Signed 3 new enterprise contracts worth 480K euro combined.</a:t>
            </a:r>
          </a:p>
          <a:p>
            <a:r>
              <a:t>Expanded partnership with TechCorp for cloud integration services.</a:t>
            </a:r>
          </a:p>
          <a:p>
            <a:r>
              <a:t>Launched self-service portal reducing onboarding time by 42%.</a:t>
            </a:r>
          </a:p>
          <a:p>
            <a:r>
              <a:t>Added: Won innovation award at Brussels Tech Summit.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Outlook</a:t>
            </a:r>
          </a:p>
        </p:txBody>
      </p:sp>
      <p:sp>
        <p:nvSpPr>
          <p:cNvPr id="3" name="Content Placeholder 2"/>
          <p:cNvSpPr>
            <a:spLocks noGrp="1"/>
          </p:cNvSpPr>
          <p:nvPr>
            <p:ph idx="1"/>
          </p:nvPr>
        </p:nvSpPr>
        <p:spPr/>
        <p:txBody>
          <a:bodyPr/>
          <a:lstStyle/>
          <a:p>
            <a:r>
              <a:t>We project Q2 revenue of 2.7 million euro based on updated pipeline. Key priorities include expanding into the French market and launching version 2.0 of our analytics dashboard. Hiring plan includes 6 new sales representatives and 2 solution architects.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